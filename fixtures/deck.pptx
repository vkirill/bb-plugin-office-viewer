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Start with the headline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enterprise driver.</a:t>
            </a:r>
          </a:p>
          <a:p>
            <a:r>
              <a:t>Mention SMB is flat-ish.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Office Viewer demo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24% year over year</a:t>
            </a:r>
          </a:p>
          <a:p>
            <a:pPr lvl="1"/>
            <a:r>
              <a:t>Enterprise: +31%</a:t>
            </a:r>
          </a:p>
          <a:p>
            <a:pPr lvl="1"/>
            <a:r>
              <a:t>SMB: +12%</a:t>
            </a:r>
          </a:p>
          <a:p>
            <a:pPr/>
            <a:r>
              <a:t>Churn dropped to 2.1%</a:t>
            </a:r>
          </a:p>
          <a:p>
            <a:pPr/>
            <a:r>
              <a:t>Привет, мир: кириллица работает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picture</a:t>
            </a:r>
          </a:p>
        </p:txBody>
      </p:sp>
      <p:pic>
        <p:nvPicPr>
          <p:cNvPr id="3" name="Picture 2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5486400" cy="3086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03030"/>
                </a:solidFill>
              </a:rPr>
              <a:t>Caption with a bold and colored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5715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APAC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Americas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2743200" cy="1280160"/>
          </a:xfrm>
          <a:prstGeom prst="rect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Rectangle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640080"/>
            <a:ext cx="2743200" cy="128016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Rounded</a:t>
            </a:r>
          </a:p>
        </p:txBody>
      </p:sp>
      <p:sp>
        <p:nvSpPr>
          <p:cNvPr id="4" name="Oval 3"/>
          <p:cNvSpPr/>
          <p:nvPr/>
        </p:nvSpPr>
        <p:spPr>
          <a:xfrm>
            <a:off x="7040880" y="640080"/>
            <a:ext cx="2194560" cy="128016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Oval</a:t>
            </a:r>
          </a:p>
        </p:txBody>
      </p:sp>
      <p:sp>
        <p:nvSpPr>
          <p:cNvPr id="5" name="Right Arrow 4"/>
          <p:cNvSpPr/>
          <p:nvPr/>
        </p:nvSpPr>
        <p:spPr>
          <a:xfrm>
            <a:off x="640080" y="2468880"/>
            <a:ext cx="2743200" cy="1280160"/>
          </a:xfrm>
          <a:prstGeom prst="rightArrow">
            <a:avLst/>
          </a:prstGeom>
          <a:solidFill>
            <a:srgbClr val="7F3F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Arrow</a:t>
            </a:r>
          </a:p>
        </p:txBody>
      </p:sp>
      <p:sp>
        <p:nvSpPr>
          <p:cNvPr id="6" name="Diamond 5"/>
          <p:cNvSpPr/>
          <p:nvPr/>
        </p:nvSpPr>
        <p:spPr>
          <a:xfrm>
            <a:off x="3840480" y="2377440"/>
            <a:ext cx="2194560" cy="1463040"/>
          </a:xfrm>
          <a:prstGeom prst="diamond">
            <a:avLst/>
          </a:prstGeom>
          <a:solidFill>
            <a:srgbClr val="C0303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Diamond</a:t>
            </a:r>
          </a:p>
        </p:txBody>
      </p:sp>
      <p:sp>
        <p:nvSpPr>
          <p:cNvPr id="7" name="5-Point Star 6"/>
          <p:cNvSpPr/>
          <p:nvPr/>
        </p:nvSpPr>
        <p:spPr>
          <a:xfrm>
            <a:off x="6766560" y="2286000"/>
            <a:ext cx="1645920" cy="1645920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hevron 7"/>
          <p:cNvSpPr/>
          <p:nvPr/>
        </p:nvSpPr>
        <p:spPr>
          <a:xfrm>
            <a:off x="8961120" y="2468880"/>
            <a:ext cx="2377440" cy="1280160"/>
          </a:xfrm>
          <a:prstGeom prst="chevron">
            <a:avLst/>
          </a:prstGeom>
          <a:solidFill>
            <a:srgbClr val="44546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572000"/>
            <a:ext cx="4846320" cy="1280160"/>
          </a:xfrm>
          <a:prstGeom prst="line">
            <a:avLst/>
          </a:prstGeom>
          <a:ln w="381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Hexagon 9"/>
          <p:cNvSpPr/>
          <p:nvPr/>
        </p:nvSpPr>
        <p:spPr>
          <a:xfrm>
            <a:off x="6400800" y="4389120"/>
            <a:ext cx="2194560" cy="1645920"/>
          </a:xfrm>
          <a:prstGeom prst="hexagon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Hexagon</a:t>
            </a:r>
          </a:p>
        </p:txBody>
      </p:sp>
      <p:sp>
        <p:nvSpPr>
          <p:cNvPr id="11" name="Regular Pentagon 10"/>
          <p:cNvSpPr/>
          <p:nvPr/>
        </p:nvSpPr>
        <p:spPr>
          <a:xfrm>
            <a:off x="9144000" y="4389120"/>
            <a:ext cx="2194560" cy="1645920"/>
          </a:xfrm>
          <a:prstGeom prst="pentagon">
            <a:avLst/>
          </a:prstGeom>
          <a:solidFill>
            <a:srgbClr val="99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Pentagon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